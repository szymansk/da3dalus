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71"/>
    <p:restoredTop sz="94720"/>
  </p:normalViewPr>
  <p:slideViewPr>
    <p:cSldViewPr snapToGrid="0">
      <p:cViewPr varScale="1">
        <p:scale>
          <a:sx n="207" d="100"/>
          <a:sy n="207" d="100"/>
        </p:scale>
        <p:origin x="17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D85531-B47F-79B3-3164-EA4C0E7E19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BD2D0DC-2DC0-B06B-AA9F-DF7A629F6D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641F69D-D382-98F8-1FA2-DA0029236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FB032-A503-954A-98BF-23F6F2D4C668}" type="datetimeFigureOut">
              <a:rPr lang="de-DE" smtClean="0"/>
              <a:t>10.04.24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45B1978-F7AA-9050-C486-92FC0C8D8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4E0DF3-F415-0847-25D2-6E55164F7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9637-CC30-B447-81DD-2161C133745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5191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6D7AC1-F59A-FD08-2C5A-D55AA4EBE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58B26FE-CE51-B721-A676-7FF242BC0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17CA372-3BDC-526D-34F6-B34A503E1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FB032-A503-954A-98BF-23F6F2D4C668}" type="datetimeFigureOut">
              <a:rPr lang="de-DE" smtClean="0"/>
              <a:t>10.04.24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A837B5-BCCF-F597-9AA4-505ACB086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442FA3-E45D-4BFC-ACB9-9C6755A16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9637-CC30-B447-81DD-2161C133745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383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DB8E3E-9297-0682-2E29-E6BEAAEB4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EE487C1-2C56-2449-9506-84AB33927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333DC44-E734-4B73-6463-F68582DD8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FB032-A503-954A-98BF-23F6F2D4C668}" type="datetimeFigureOut">
              <a:rPr lang="de-DE" smtClean="0"/>
              <a:t>10.04.24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4332C4-57A6-72AB-D1AE-D1C7AEE3F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D23171E-013B-FCF1-42DE-4BF4CE3C8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9637-CC30-B447-81DD-2161C133745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4575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83EF57-419C-9FED-2167-8466375D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B268B9-DFE3-7C5A-8742-BAE1AF8967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5F1FB1C-1497-6E9F-F408-E7C23E14FD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6E5C9DD-CD04-9E71-E44A-E04E937D2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FB032-A503-954A-98BF-23F6F2D4C668}" type="datetimeFigureOut">
              <a:rPr lang="de-DE" smtClean="0"/>
              <a:t>10.04.24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0C02208-C461-00A0-B869-4138CBE2B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31261F9-217E-404C-7D58-3FDF58351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9637-CC30-B447-81DD-2161C133745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5508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967187-228E-6046-9372-EE775059E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CD8B75B-C46B-7554-E4E0-306C440FF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74F1E16-F07F-7037-A87D-FB5976F94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5AFBD1F-59C7-7DA6-38BC-6DD050CB71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53C8B46-082B-86EA-9E2D-1A7129B0D4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60C21E2-A562-2A7F-9DBB-E03EF6E71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FB032-A503-954A-98BF-23F6F2D4C668}" type="datetimeFigureOut">
              <a:rPr lang="de-DE" smtClean="0"/>
              <a:t>10.04.24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385721C-D38A-0EA3-1C8C-EC074757C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E778AA7-464C-16F5-36DD-45968AB0C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9637-CC30-B447-81DD-2161C133745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1137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E4DB96-1179-60DD-B5F7-96B8008E4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4DCF980-BBEF-6C99-D2DC-57C5C7F8A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FB032-A503-954A-98BF-23F6F2D4C668}" type="datetimeFigureOut">
              <a:rPr lang="de-DE" smtClean="0"/>
              <a:t>10.04.24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52E4187-DA91-0180-839A-E7BAEB937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5382128-C9EB-3FDF-C443-B89650F4D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9637-CC30-B447-81DD-2161C133745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6515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99F2A5E-D594-7432-3255-86D2FA7EE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FB032-A503-954A-98BF-23F6F2D4C668}" type="datetimeFigureOut">
              <a:rPr lang="de-DE" smtClean="0"/>
              <a:t>10.04.24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66FEE8C-D739-AB26-ABD9-44146B9AF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25092FF-E125-9D6F-9DFA-034C7E3B3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9637-CC30-B447-81DD-2161C133745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3744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A98479-EA8F-C44D-2DF4-E7B588698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2CC67F1-96F4-7E6B-5153-FCCFD90F5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8C6828E-EF18-78A4-58C6-8ED898B430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F1AFA45-192C-D667-4D87-A4DCEDAE3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FB032-A503-954A-98BF-23F6F2D4C668}" type="datetimeFigureOut">
              <a:rPr lang="de-DE" smtClean="0"/>
              <a:t>10.04.24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17B7231-ED42-DDEE-52AD-3441DE9F9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A00AC71-0471-996A-BF6C-5B8B345A0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9637-CC30-B447-81DD-2161C133745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522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5326C5-72BD-8E64-CED1-9F4C6965C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2BA71EB-FA81-0BE1-46C3-998A0197E7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D7CBF16-177D-CC9E-4B53-5F0B181635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6DA0914-0E06-7575-13A6-13CCF26A9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FB032-A503-954A-98BF-23F6F2D4C668}" type="datetimeFigureOut">
              <a:rPr lang="de-DE" smtClean="0"/>
              <a:t>10.04.24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DC62D15-57B0-8DCC-BD2E-E1A045772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95B1-2720-C164-D404-A8B4E0BF4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9637-CC30-B447-81DD-2161C133745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741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034EBA-6C5F-2FC2-A868-24D05318B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6F6952E-8ED5-93C5-5614-A74480C3DC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116344-5167-6D32-B4C8-1D7229971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FB032-A503-954A-98BF-23F6F2D4C668}" type="datetimeFigureOut">
              <a:rPr lang="de-DE" smtClean="0"/>
              <a:t>10.04.24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401DCBC-A578-CA71-C8FE-F7A4A30CB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3DC0CB-EAC4-3AA9-5934-D4A6815F2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9637-CC30-B447-81DD-2161C133745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1511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D71A9D1-7386-D719-3F2F-B31F096A76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4EF0C71-2AC3-4F19-3EAD-3C24A803AE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0999B3D-9F20-BDC3-CEE9-A2EC9BCDE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FB032-A503-954A-98BF-23F6F2D4C668}" type="datetimeFigureOut">
              <a:rPr lang="de-DE" smtClean="0"/>
              <a:t>10.04.24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D4B50F-AD85-5828-D760-F77B40195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EAC4C1-66DA-AFC3-E0D3-75F95D7FE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9637-CC30-B447-81DD-2161C133745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8113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61BE957-A4FA-395A-849E-C61D7AE11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BE547D-E6D0-5D66-EF47-0D2DF3BED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7222645-D01D-2570-25D9-E36A1D1DCE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DFB032-A503-954A-98BF-23F6F2D4C668}" type="datetimeFigureOut">
              <a:rPr lang="de-DE" smtClean="0"/>
              <a:t>10.04.24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284BC22-704F-B1E7-1B7C-89F66A73C9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460E6D4-2F09-5C97-A76A-DDF47E574D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639637-CC30-B447-81DD-2161C133745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2746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Grafik 4" descr="Ein Bild, das gelb enthält.&#10;&#10;Automatisch generierte Beschreibung">
            <a:extLst>
              <a:ext uri="{FF2B5EF4-FFF2-40B4-BE49-F238E27FC236}">
                <a16:creationId xmlns:a16="http://schemas.microsoft.com/office/drawing/2014/main" id="{3EA48DA5-6C72-71E3-7F3A-440E639FC3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418" b="9526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6" name="Eckige Klammer rechts 5">
            <a:extLst>
              <a:ext uri="{FF2B5EF4-FFF2-40B4-BE49-F238E27FC236}">
                <a16:creationId xmlns:a16="http://schemas.microsoft.com/office/drawing/2014/main" id="{F02688CA-FA57-B6A5-B5EC-A22F3312B38E}"/>
              </a:ext>
            </a:extLst>
          </p:cNvPr>
          <p:cNvSpPr/>
          <p:nvPr/>
        </p:nvSpPr>
        <p:spPr>
          <a:xfrm rot="6655624">
            <a:off x="4189070" y="2899422"/>
            <a:ext cx="220929" cy="1699336"/>
          </a:xfrm>
          <a:prstGeom prst="righ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/>
            <a:r>
              <a:rPr lang="de-DE" dirty="0" err="1"/>
              <a:t>segment</a:t>
            </a:r>
            <a:r>
              <a:rPr lang="de-DE" dirty="0"/>
              <a:t> 1</a:t>
            </a:r>
          </a:p>
        </p:txBody>
      </p:sp>
      <p:sp>
        <p:nvSpPr>
          <p:cNvPr id="7" name="Eckige Klammer rechts 6">
            <a:extLst>
              <a:ext uri="{FF2B5EF4-FFF2-40B4-BE49-F238E27FC236}">
                <a16:creationId xmlns:a16="http://schemas.microsoft.com/office/drawing/2014/main" id="{74F83BE0-33A0-3183-A229-3C8B49EFAED8}"/>
              </a:ext>
            </a:extLst>
          </p:cNvPr>
          <p:cNvSpPr/>
          <p:nvPr/>
        </p:nvSpPr>
        <p:spPr>
          <a:xfrm rot="6655624">
            <a:off x="2522165" y="2246423"/>
            <a:ext cx="220929" cy="1699336"/>
          </a:xfrm>
          <a:prstGeom prst="righ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/>
            <a:r>
              <a:rPr lang="de-DE" dirty="0" err="1"/>
              <a:t>segment</a:t>
            </a:r>
            <a:r>
              <a:rPr lang="de-DE" dirty="0"/>
              <a:t> 2</a:t>
            </a:r>
          </a:p>
        </p:txBody>
      </p:sp>
      <p:sp>
        <p:nvSpPr>
          <p:cNvPr id="8" name="Eckige Klammer rechts 7">
            <a:extLst>
              <a:ext uri="{FF2B5EF4-FFF2-40B4-BE49-F238E27FC236}">
                <a16:creationId xmlns:a16="http://schemas.microsoft.com/office/drawing/2014/main" id="{8D431934-3168-920E-9B58-2FE85D1FE2BA}"/>
              </a:ext>
            </a:extLst>
          </p:cNvPr>
          <p:cNvSpPr/>
          <p:nvPr/>
        </p:nvSpPr>
        <p:spPr>
          <a:xfrm rot="6831425">
            <a:off x="1322686" y="2213174"/>
            <a:ext cx="220929" cy="788521"/>
          </a:xfrm>
          <a:prstGeom prst="righ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/>
            <a:r>
              <a:rPr lang="de-DE" dirty="0" err="1"/>
              <a:t>seg</a:t>
            </a:r>
            <a:r>
              <a:rPr lang="de-DE" dirty="0"/>
              <a:t>. 3</a:t>
            </a:r>
          </a:p>
        </p:txBody>
      </p:sp>
      <p:sp>
        <p:nvSpPr>
          <p:cNvPr id="9" name="Eckige Klammer rechts 8">
            <a:extLst>
              <a:ext uri="{FF2B5EF4-FFF2-40B4-BE49-F238E27FC236}">
                <a16:creationId xmlns:a16="http://schemas.microsoft.com/office/drawing/2014/main" id="{5C331D8F-10F7-892A-8EE5-E01451A8F37A}"/>
              </a:ext>
            </a:extLst>
          </p:cNvPr>
          <p:cNvSpPr/>
          <p:nvPr/>
        </p:nvSpPr>
        <p:spPr>
          <a:xfrm rot="7414208">
            <a:off x="742468" y="2083137"/>
            <a:ext cx="220929" cy="409233"/>
          </a:xfrm>
          <a:prstGeom prst="righ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/>
            <a:r>
              <a:rPr lang="de-DE" dirty="0"/>
              <a:t>4</a:t>
            </a:r>
          </a:p>
        </p:txBody>
      </p:sp>
      <p:sp>
        <p:nvSpPr>
          <p:cNvPr id="11" name="Eckige Klammer rechts 10">
            <a:extLst>
              <a:ext uri="{FF2B5EF4-FFF2-40B4-BE49-F238E27FC236}">
                <a16:creationId xmlns:a16="http://schemas.microsoft.com/office/drawing/2014/main" id="{4B79C471-9D53-DA65-C87F-FF1E5D01D271}"/>
              </a:ext>
            </a:extLst>
          </p:cNvPr>
          <p:cNvSpPr/>
          <p:nvPr/>
        </p:nvSpPr>
        <p:spPr>
          <a:xfrm rot="7791490">
            <a:off x="386195" y="1787421"/>
            <a:ext cx="220929" cy="409233"/>
          </a:xfrm>
          <a:prstGeom prst="righ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/>
            <a:r>
              <a:rPr lang="de-DE" dirty="0"/>
              <a:t>5</a:t>
            </a:r>
          </a:p>
        </p:txBody>
      </p:sp>
      <p:sp>
        <p:nvSpPr>
          <p:cNvPr id="18" name="Eckige Klammer rechts 17">
            <a:extLst>
              <a:ext uri="{FF2B5EF4-FFF2-40B4-BE49-F238E27FC236}">
                <a16:creationId xmlns:a16="http://schemas.microsoft.com/office/drawing/2014/main" id="{A455D98E-A9BB-9520-E66A-403CC4BBA5C2}"/>
              </a:ext>
            </a:extLst>
          </p:cNvPr>
          <p:cNvSpPr/>
          <p:nvPr/>
        </p:nvSpPr>
        <p:spPr>
          <a:xfrm rot="6582524">
            <a:off x="5210225" y="3920856"/>
            <a:ext cx="220929" cy="409233"/>
          </a:xfrm>
          <a:prstGeom prst="righ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/>
            <a:r>
              <a:rPr lang="de-DE" dirty="0"/>
              <a:t>0</a:t>
            </a:r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3AFBAC5D-9367-0774-AFDF-2F42C5A9AA08}"/>
              </a:ext>
            </a:extLst>
          </p:cNvPr>
          <p:cNvCxnSpPr>
            <a:cxnSpLocks/>
          </p:cNvCxnSpPr>
          <p:nvPr/>
        </p:nvCxnSpPr>
        <p:spPr>
          <a:xfrm flipH="1">
            <a:off x="7059391" y="3056345"/>
            <a:ext cx="2083137" cy="8928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EA64617F-E707-9A43-EBF1-CEEB1390319D}"/>
              </a:ext>
            </a:extLst>
          </p:cNvPr>
          <p:cNvCxnSpPr>
            <a:cxnSpLocks/>
          </p:cNvCxnSpPr>
          <p:nvPr/>
        </p:nvCxnSpPr>
        <p:spPr>
          <a:xfrm flipH="1">
            <a:off x="6400337" y="2609937"/>
            <a:ext cx="2083137" cy="8928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7A6ED462-FD68-7F32-1F16-F5BC636859C9}"/>
              </a:ext>
            </a:extLst>
          </p:cNvPr>
          <p:cNvCxnSpPr>
            <a:cxnSpLocks/>
          </p:cNvCxnSpPr>
          <p:nvPr/>
        </p:nvCxnSpPr>
        <p:spPr>
          <a:xfrm flipH="1">
            <a:off x="5229395" y="1975107"/>
            <a:ext cx="2083137" cy="8928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954A9825-C3DA-0971-3D76-9978E2E0D07E}"/>
              </a:ext>
            </a:extLst>
          </p:cNvPr>
          <p:cNvCxnSpPr>
            <a:cxnSpLocks/>
          </p:cNvCxnSpPr>
          <p:nvPr/>
        </p:nvCxnSpPr>
        <p:spPr>
          <a:xfrm flipH="1">
            <a:off x="3708527" y="1720424"/>
            <a:ext cx="2083137" cy="8928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D9D5BA3B-DE6A-B668-04B7-57C77CF78679}"/>
              </a:ext>
            </a:extLst>
          </p:cNvPr>
          <p:cNvSpPr txBox="1"/>
          <p:nvPr/>
        </p:nvSpPr>
        <p:spPr>
          <a:xfrm>
            <a:off x="5784565" y="1565700"/>
            <a:ext cx="727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servo</a:t>
            </a:r>
            <a:endParaRPr lang="de-DE" dirty="0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05DD0D8A-E600-EE85-5529-4763A3C9F374}"/>
              </a:ext>
            </a:extLst>
          </p:cNvPr>
          <p:cNvSpPr txBox="1"/>
          <p:nvPr/>
        </p:nvSpPr>
        <p:spPr>
          <a:xfrm>
            <a:off x="7297938" y="1808559"/>
            <a:ext cx="2137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trailing</a:t>
            </a:r>
            <a:r>
              <a:rPr lang="de-DE" dirty="0"/>
              <a:t> </a:t>
            </a:r>
            <a:r>
              <a:rPr lang="de-DE" dirty="0" err="1"/>
              <a:t>edge</a:t>
            </a:r>
            <a:r>
              <a:rPr lang="de-DE" dirty="0"/>
              <a:t> </a:t>
            </a:r>
            <a:r>
              <a:rPr lang="de-DE" dirty="0" err="1"/>
              <a:t>device</a:t>
            </a:r>
            <a:endParaRPr lang="de-DE" dirty="0"/>
          </a:p>
        </p:txBody>
      </p: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1A700414-E7AE-56C3-7391-4D229F6885AF}"/>
              </a:ext>
            </a:extLst>
          </p:cNvPr>
          <p:cNvCxnSpPr>
            <a:cxnSpLocks/>
            <a:stCxn id="27" idx="1"/>
          </p:cNvCxnSpPr>
          <p:nvPr/>
        </p:nvCxnSpPr>
        <p:spPr>
          <a:xfrm flipH="1">
            <a:off x="4237361" y="1993225"/>
            <a:ext cx="3060577" cy="5225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feld 30">
            <a:extLst>
              <a:ext uri="{FF2B5EF4-FFF2-40B4-BE49-F238E27FC236}">
                <a16:creationId xmlns:a16="http://schemas.microsoft.com/office/drawing/2014/main" id="{82830BB0-FBEB-2ABC-4C09-050AB0F3A3FB}"/>
              </a:ext>
            </a:extLst>
          </p:cNvPr>
          <p:cNvSpPr txBox="1"/>
          <p:nvPr/>
        </p:nvSpPr>
        <p:spPr>
          <a:xfrm>
            <a:off x="8415687" y="2368549"/>
            <a:ext cx="962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spare 1 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9E7EA252-D2A1-921B-BE14-FA4B82CC81FF}"/>
              </a:ext>
            </a:extLst>
          </p:cNvPr>
          <p:cNvSpPr txBox="1"/>
          <p:nvPr/>
        </p:nvSpPr>
        <p:spPr>
          <a:xfrm>
            <a:off x="9092147" y="2814957"/>
            <a:ext cx="225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spare 0 (</a:t>
            </a:r>
            <a:r>
              <a:rPr lang="de-DE" dirty="0" err="1"/>
              <a:t>main</a:t>
            </a:r>
            <a:r>
              <a:rPr lang="de-DE" dirty="0"/>
              <a:t> spare) </a:t>
            </a: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5E916357-9541-BCC5-0B4F-E2FF7DEDC3DF}"/>
              </a:ext>
            </a:extLst>
          </p:cNvPr>
          <p:cNvCxnSpPr>
            <a:cxnSpLocks/>
          </p:cNvCxnSpPr>
          <p:nvPr/>
        </p:nvCxnSpPr>
        <p:spPr>
          <a:xfrm flipH="1">
            <a:off x="649059" y="595518"/>
            <a:ext cx="2083137" cy="8928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feld 34">
            <a:extLst>
              <a:ext uri="{FF2B5EF4-FFF2-40B4-BE49-F238E27FC236}">
                <a16:creationId xmlns:a16="http://schemas.microsoft.com/office/drawing/2014/main" id="{02EDDB66-B49B-DCFD-9CFB-D973E75AD7C0}"/>
              </a:ext>
            </a:extLst>
          </p:cNvPr>
          <p:cNvSpPr txBox="1"/>
          <p:nvPr/>
        </p:nvSpPr>
        <p:spPr>
          <a:xfrm>
            <a:off x="2654810" y="411316"/>
            <a:ext cx="1662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segment</a:t>
            </a:r>
            <a:r>
              <a:rPr lang="de-DE" dirty="0"/>
              <a:t> 6 (</a:t>
            </a:r>
            <a:r>
              <a:rPr lang="de-DE" dirty="0" err="1"/>
              <a:t>tip</a:t>
            </a:r>
            <a:r>
              <a:rPr lang="de-DE" dirty="0"/>
              <a:t>)</a:t>
            </a:r>
          </a:p>
        </p:txBody>
      </p: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D77A3431-6E42-9401-DEDF-B4887B480879}"/>
              </a:ext>
            </a:extLst>
          </p:cNvPr>
          <p:cNvCxnSpPr>
            <a:cxnSpLocks/>
          </p:cNvCxnSpPr>
          <p:nvPr/>
        </p:nvCxnSpPr>
        <p:spPr>
          <a:xfrm flipV="1">
            <a:off x="3059203" y="4207157"/>
            <a:ext cx="2163853" cy="9407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feld 37">
            <a:extLst>
              <a:ext uri="{FF2B5EF4-FFF2-40B4-BE49-F238E27FC236}">
                <a16:creationId xmlns:a16="http://schemas.microsoft.com/office/drawing/2014/main" id="{852C8EF1-5F68-DE8A-5237-7A90E11DCC8F}"/>
              </a:ext>
            </a:extLst>
          </p:cNvPr>
          <p:cNvSpPr txBox="1"/>
          <p:nvPr/>
        </p:nvSpPr>
        <p:spPr>
          <a:xfrm>
            <a:off x="2536617" y="5077506"/>
            <a:ext cx="1500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root </a:t>
            </a:r>
            <a:r>
              <a:rPr lang="de-DE" dirty="0" err="1"/>
              <a:t>segment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02943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</Words>
  <Application>Microsoft Macintosh PowerPoint</Application>
  <PresentationFormat>Breitbild</PresentationFormat>
  <Paragraphs>12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Szymanski, Marc</dc:creator>
  <cp:lastModifiedBy>Szymanski, Marc</cp:lastModifiedBy>
  <cp:revision>3</cp:revision>
  <dcterms:created xsi:type="dcterms:W3CDTF">2024-04-10T11:38:16Z</dcterms:created>
  <dcterms:modified xsi:type="dcterms:W3CDTF">2024-04-10T11:47:38Z</dcterms:modified>
</cp:coreProperties>
</file>